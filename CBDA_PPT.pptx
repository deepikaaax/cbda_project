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1" r:id="rId6"/>
    <p:sldId id="265" r:id="rId7"/>
    <p:sldId id="264"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CF16AA-AB5E-47F3-A5F6-0D211BFDBD43}" v="22" dt="2026-03-07T05:45:42.1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 VENKATA SREE DEEPIKA ." userId="35816fab-6937-4945-b690-b5ad29baaaf9" providerId="ADAL" clId="{AD0EA835-5A26-4A9F-8966-89D54C99F921}"/>
    <pc:docChg chg="undo custSel addSld delSld modSld">
      <pc:chgData name="K VENKATA SREE DEEPIKA ." userId="35816fab-6937-4945-b690-b5ad29baaaf9" providerId="ADAL" clId="{AD0EA835-5A26-4A9F-8966-89D54C99F921}" dt="2026-03-07T05:46:21.173" v="45" actId="478"/>
      <pc:docMkLst>
        <pc:docMk/>
      </pc:docMkLst>
      <pc:sldChg chg="modSp mod">
        <pc:chgData name="K VENKATA SREE DEEPIKA ." userId="35816fab-6937-4945-b690-b5ad29baaaf9" providerId="ADAL" clId="{AD0EA835-5A26-4A9F-8966-89D54C99F921}" dt="2026-02-20T04:06:33.236" v="1" actId="2711"/>
        <pc:sldMkLst>
          <pc:docMk/>
          <pc:sldMk cId="616171294" sldId="256"/>
        </pc:sldMkLst>
        <pc:spChg chg="mod">
          <ac:chgData name="K VENKATA SREE DEEPIKA ." userId="35816fab-6937-4945-b690-b5ad29baaaf9" providerId="ADAL" clId="{AD0EA835-5A26-4A9F-8966-89D54C99F921}" dt="2026-02-20T04:06:33.236" v="1" actId="2711"/>
          <ac:spMkLst>
            <pc:docMk/>
            <pc:sldMk cId="616171294" sldId="256"/>
            <ac:spMk id="2" creationId="{E68686F4-71E8-54C2-7BEE-130F0FA18719}"/>
          </ac:spMkLst>
        </pc:spChg>
        <pc:spChg chg="mod">
          <ac:chgData name="K VENKATA SREE DEEPIKA ." userId="35816fab-6937-4945-b690-b5ad29baaaf9" providerId="ADAL" clId="{AD0EA835-5A26-4A9F-8966-89D54C99F921}" dt="2026-02-20T04:06:28.351" v="0" actId="2711"/>
          <ac:spMkLst>
            <pc:docMk/>
            <pc:sldMk cId="616171294" sldId="256"/>
            <ac:spMk id="3" creationId="{8F3B87C5-4F1A-4319-4A45-5EDA58BDECC2}"/>
          </ac:spMkLst>
        </pc:spChg>
      </pc:sldChg>
      <pc:sldChg chg="modSp mod">
        <pc:chgData name="K VENKATA SREE DEEPIKA ." userId="35816fab-6937-4945-b690-b5ad29baaaf9" providerId="ADAL" clId="{AD0EA835-5A26-4A9F-8966-89D54C99F921}" dt="2026-02-20T04:06:44.828" v="2" actId="2711"/>
        <pc:sldMkLst>
          <pc:docMk/>
          <pc:sldMk cId="4161983084" sldId="257"/>
        </pc:sldMkLst>
        <pc:spChg chg="mod">
          <ac:chgData name="K VENKATA SREE DEEPIKA ." userId="35816fab-6937-4945-b690-b5ad29baaaf9" providerId="ADAL" clId="{AD0EA835-5A26-4A9F-8966-89D54C99F921}" dt="2026-02-20T04:06:44.828" v="2" actId="2711"/>
          <ac:spMkLst>
            <pc:docMk/>
            <pc:sldMk cId="4161983084" sldId="257"/>
            <ac:spMk id="2" creationId="{052FEEF8-4F72-5730-5B57-2FF1A4DD6215}"/>
          </ac:spMkLst>
        </pc:spChg>
      </pc:sldChg>
      <pc:sldChg chg="modSp mod">
        <pc:chgData name="K VENKATA SREE DEEPIKA ." userId="35816fab-6937-4945-b690-b5ad29baaaf9" providerId="ADAL" clId="{AD0EA835-5A26-4A9F-8966-89D54C99F921}" dt="2026-02-20T04:07:04.432" v="4" actId="2711"/>
        <pc:sldMkLst>
          <pc:docMk/>
          <pc:sldMk cId="2503875514" sldId="258"/>
        </pc:sldMkLst>
        <pc:spChg chg="mod">
          <ac:chgData name="K VENKATA SREE DEEPIKA ." userId="35816fab-6937-4945-b690-b5ad29baaaf9" providerId="ADAL" clId="{AD0EA835-5A26-4A9F-8966-89D54C99F921}" dt="2026-02-20T04:06:57.090" v="3" actId="2711"/>
          <ac:spMkLst>
            <pc:docMk/>
            <pc:sldMk cId="2503875514" sldId="258"/>
            <ac:spMk id="2" creationId="{0029F933-1D91-2FE2-58C1-466FB504EDDA}"/>
          </ac:spMkLst>
        </pc:spChg>
        <pc:spChg chg="mod">
          <ac:chgData name="K VENKATA SREE DEEPIKA ." userId="35816fab-6937-4945-b690-b5ad29baaaf9" providerId="ADAL" clId="{AD0EA835-5A26-4A9F-8966-89D54C99F921}" dt="2026-02-20T04:07:04.432" v="4" actId="2711"/>
          <ac:spMkLst>
            <pc:docMk/>
            <pc:sldMk cId="2503875514" sldId="258"/>
            <ac:spMk id="3" creationId="{E9663B25-9CB6-69ED-9CE6-5563A120642F}"/>
          </ac:spMkLst>
        </pc:spChg>
      </pc:sldChg>
      <pc:sldChg chg="modSp mod">
        <pc:chgData name="K VENKATA SREE DEEPIKA ." userId="35816fab-6937-4945-b690-b5ad29baaaf9" providerId="ADAL" clId="{AD0EA835-5A26-4A9F-8966-89D54C99F921}" dt="2026-03-07T05:46:04.437" v="44" actId="2711"/>
        <pc:sldMkLst>
          <pc:docMk/>
          <pc:sldMk cId="1469872753" sldId="259"/>
        </pc:sldMkLst>
        <pc:spChg chg="mod">
          <ac:chgData name="K VENKATA SREE DEEPIKA ." userId="35816fab-6937-4945-b690-b5ad29baaaf9" providerId="ADAL" clId="{AD0EA835-5A26-4A9F-8966-89D54C99F921}" dt="2026-03-07T05:46:04.437" v="44" actId="2711"/>
          <ac:spMkLst>
            <pc:docMk/>
            <pc:sldMk cId="1469872753" sldId="259"/>
            <ac:spMk id="3" creationId="{71AEED71-A572-BCA8-283B-ECF9089BD686}"/>
          </ac:spMkLst>
        </pc:spChg>
      </pc:sldChg>
      <pc:sldChg chg="modSp mod">
        <pc:chgData name="K VENKATA SREE DEEPIKA ." userId="35816fab-6937-4945-b690-b5ad29baaaf9" providerId="ADAL" clId="{AD0EA835-5A26-4A9F-8966-89D54C99F921}" dt="2026-02-20T04:07:40.985" v="7" actId="113"/>
        <pc:sldMkLst>
          <pc:docMk/>
          <pc:sldMk cId="2857341695" sldId="261"/>
        </pc:sldMkLst>
        <pc:spChg chg="mod">
          <ac:chgData name="K VENKATA SREE DEEPIKA ." userId="35816fab-6937-4945-b690-b5ad29baaaf9" providerId="ADAL" clId="{AD0EA835-5A26-4A9F-8966-89D54C99F921}" dt="2026-02-20T04:07:16.890" v="5" actId="2711"/>
          <ac:spMkLst>
            <pc:docMk/>
            <pc:sldMk cId="2857341695" sldId="261"/>
            <ac:spMk id="2" creationId="{99146FA9-491B-0428-4B7D-A204AA3CD1BD}"/>
          </ac:spMkLst>
        </pc:spChg>
        <pc:spChg chg="mod">
          <ac:chgData name="K VENKATA SREE DEEPIKA ." userId="35816fab-6937-4945-b690-b5ad29baaaf9" providerId="ADAL" clId="{AD0EA835-5A26-4A9F-8966-89D54C99F921}" dt="2026-02-20T04:07:40.985" v="7" actId="113"/>
          <ac:spMkLst>
            <pc:docMk/>
            <pc:sldMk cId="2857341695" sldId="261"/>
            <ac:spMk id="3" creationId="{071B1EE7-B915-9705-1BC6-4112EF352993}"/>
          </ac:spMkLst>
        </pc:spChg>
      </pc:sldChg>
      <pc:sldChg chg="del">
        <pc:chgData name="K VENKATA SREE DEEPIKA ." userId="35816fab-6937-4945-b690-b5ad29baaaf9" providerId="ADAL" clId="{AD0EA835-5A26-4A9F-8966-89D54C99F921}" dt="2026-03-07T05:38:45.939" v="24" actId="47"/>
        <pc:sldMkLst>
          <pc:docMk/>
          <pc:sldMk cId="3610214042" sldId="262"/>
        </pc:sldMkLst>
      </pc:sldChg>
      <pc:sldChg chg="addSp delSp modSp new mod setBg">
        <pc:chgData name="K VENKATA SREE DEEPIKA ." userId="35816fab-6937-4945-b690-b5ad29baaaf9" providerId="ADAL" clId="{AD0EA835-5A26-4A9F-8966-89D54C99F921}" dt="2026-03-07T05:45:00.664" v="34" actId="26606"/>
        <pc:sldMkLst>
          <pc:docMk/>
          <pc:sldMk cId="2014152490" sldId="264"/>
        </pc:sldMkLst>
        <pc:spChg chg="add del">
          <ac:chgData name="K VENKATA SREE DEEPIKA ." userId="35816fab-6937-4945-b690-b5ad29baaaf9" providerId="ADAL" clId="{AD0EA835-5A26-4A9F-8966-89D54C99F921}" dt="2026-03-07T05:45:00.664" v="34" actId="26606"/>
          <ac:spMkLst>
            <pc:docMk/>
            <pc:sldMk cId="2014152490" sldId="264"/>
            <ac:spMk id="2" creationId="{E7776084-6928-1CFD-54B9-0B1C466BC7FE}"/>
          </ac:spMkLst>
        </pc:spChg>
        <pc:spChg chg="del">
          <ac:chgData name="K VENKATA SREE DEEPIKA ." userId="35816fab-6937-4945-b690-b5ad29baaaf9" providerId="ADAL" clId="{AD0EA835-5A26-4A9F-8966-89D54C99F921}" dt="2026-03-07T05:44:40.351" v="25"/>
          <ac:spMkLst>
            <pc:docMk/>
            <pc:sldMk cId="2014152490" sldId="264"/>
            <ac:spMk id="3" creationId="{BA8638DA-1347-E31B-6A6F-B508244640BE}"/>
          </ac:spMkLst>
        </pc:spChg>
        <pc:spChg chg="add del">
          <ac:chgData name="K VENKATA SREE DEEPIKA ." userId="35816fab-6937-4945-b690-b5ad29baaaf9" providerId="ADAL" clId="{AD0EA835-5A26-4A9F-8966-89D54C99F921}" dt="2026-03-07T05:45:00.654" v="33" actId="26606"/>
          <ac:spMkLst>
            <pc:docMk/>
            <pc:sldMk cId="2014152490" sldId="264"/>
            <ac:spMk id="2052" creationId="{E20BB609-EF92-42DB-836C-0699A590B5CF}"/>
          </ac:spMkLst>
        </pc:spChg>
        <pc:spChg chg="add del">
          <ac:chgData name="K VENKATA SREE DEEPIKA ." userId="35816fab-6937-4945-b690-b5ad29baaaf9" providerId="ADAL" clId="{AD0EA835-5A26-4A9F-8966-89D54C99F921}" dt="2026-03-07T05:44:51.845" v="31" actId="26606"/>
          <ac:spMkLst>
            <pc:docMk/>
            <pc:sldMk cId="2014152490" sldId="264"/>
            <ac:spMk id="2055" creationId="{E20BB609-EF92-42DB-836C-0699A590B5CF}"/>
          </ac:spMkLst>
        </pc:spChg>
        <pc:spChg chg="add del">
          <ac:chgData name="K VENKATA SREE DEEPIKA ." userId="35816fab-6937-4945-b690-b5ad29baaaf9" providerId="ADAL" clId="{AD0EA835-5A26-4A9F-8966-89D54C99F921}" dt="2026-03-07T05:45:00.654" v="33" actId="26606"/>
          <ac:spMkLst>
            <pc:docMk/>
            <pc:sldMk cId="2014152490" sldId="264"/>
            <ac:spMk id="2057" creationId="{B2C335F7-F61C-4EB4-80F2-4B1438FE66BB}"/>
          </ac:spMkLst>
        </pc:spChg>
        <pc:spChg chg="add">
          <ac:chgData name="K VENKATA SREE DEEPIKA ." userId="35816fab-6937-4945-b690-b5ad29baaaf9" providerId="ADAL" clId="{AD0EA835-5A26-4A9F-8966-89D54C99F921}" dt="2026-03-07T05:45:00.664" v="34" actId="26606"/>
          <ac:spMkLst>
            <pc:docMk/>
            <pc:sldMk cId="2014152490" sldId="264"/>
            <ac:spMk id="2059" creationId="{2A5A036F-9975-4D7C-8141-77791C7146C1}"/>
          </ac:spMkLst>
        </pc:spChg>
        <pc:spChg chg="add">
          <ac:chgData name="K VENKATA SREE DEEPIKA ." userId="35816fab-6937-4945-b690-b5ad29baaaf9" providerId="ADAL" clId="{AD0EA835-5A26-4A9F-8966-89D54C99F921}" dt="2026-03-07T05:45:00.664" v="34" actId="26606"/>
          <ac:spMkLst>
            <pc:docMk/>
            <pc:sldMk cId="2014152490" sldId="264"/>
            <ac:spMk id="2060" creationId="{D90405AB-F9EB-0014-6489-03A19F0DDC1B}"/>
          </ac:spMkLst>
        </pc:spChg>
        <pc:picChg chg="add mod">
          <ac:chgData name="K VENKATA SREE DEEPIKA ." userId="35816fab-6937-4945-b690-b5ad29baaaf9" providerId="ADAL" clId="{AD0EA835-5A26-4A9F-8966-89D54C99F921}" dt="2026-03-07T05:45:00.664" v="34" actId="26606"/>
          <ac:picMkLst>
            <pc:docMk/>
            <pc:sldMk cId="2014152490" sldId="264"/>
            <ac:picMk id="2050" creationId="{252DDDD6-7677-87AC-7536-A0A324A532EA}"/>
          </ac:picMkLst>
        </pc:picChg>
      </pc:sldChg>
      <pc:sldChg chg="addSp delSp modSp new mod setBg">
        <pc:chgData name="K VENKATA SREE DEEPIKA ." userId="35816fab-6937-4945-b690-b5ad29baaaf9" providerId="ADAL" clId="{AD0EA835-5A26-4A9F-8966-89D54C99F921}" dt="2026-03-07T05:46:21.173" v="45" actId="478"/>
        <pc:sldMkLst>
          <pc:docMk/>
          <pc:sldMk cId="2033831102" sldId="265"/>
        </pc:sldMkLst>
        <pc:spChg chg="add del mod">
          <ac:chgData name="K VENKATA SREE DEEPIKA ." userId="35816fab-6937-4945-b690-b5ad29baaaf9" providerId="ADAL" clId="{AD0EA835-5A26-4A9F-8966-89D54C99F921}" dt="2026-03-07T05:46:21.173" v="45" actId="478"/>
          <ac:spMkLst>
            <pc:docMk/>
            <pc:sldMk cId="2033831102" sldId="265"/>
            <ac:spMk id="2" creationId="{DC7458E2-94D9-8602-D1BF-CC9D46E81FF8}"/>
          </ac:spMkLst>
        </pc:spChg>
        <pc:spChg chg="add del">
          <ac:chgData name="K VENKATA SREE DEEPIKA ." userId="35816fab-6937-4945-b690-b5ad29baaaf9" providerId="ADAL" clId="{AD0EA835-5A26-4A9F-8966-89D54C99F921}" dt="2026-03-07T05:37:42.285" v="12"/>
          <ac:spMkLst>
            <pc:docMk/>
            <pc:sldMk cId="2033831102" sldId="265"/>
            <ac:spMk id="3" creationId="{94BBE5DC-836A-BDB5-EC0F-91BC56CDA1BA}"/>
          </ac:spMkLst>
        </pc:spChg>
        <pc:spChg chg="add del">
          <ac:chgData name="K VENKATA SREE DEEPIKA ." userId="35816fab-6937-4945-b690-b5ad29baaaf9" providerId="ADAL" clId="{AD0EA835-5A26-4A9F-8966-89D54C99F921}" dt="2026-03-07T05:45:31.858" v="40" actId="26606"/>
          <ac:spMkLst>
            <pc:docMk/>
            <pc:sldMk cId="2033831102" sldId="265"/>
            <ac:spMk id="1030" creationId="{E8873F53-55B7-4E34-B697-201CF2F10D35}"/>
          </ac:spMkLst>
        </pc:spChg>
        <pc:spChg chg="add del">
          <ac:chgData name="K VENKATA SREE DEEPIKA ." userId="35816fab-6937-4945-b690-b5ad29baaaf9" providerId="ADAL" clId="{AD0EA835-5A26-4A9F-8966-89D54C99F921}" dt="2026-03-07T05:45:31.858" v="40" actId="26606"/>
          <ac:spMkLst>
            <pc:docMk/>
            <pc:sldMk cId="2033831102" sldId="265"/>
            <ac:spMk id="1032" creationId="{6CD31EAB-1245-9BFE-BC17-1E869C61712A}"/>
          </ac:spMkLst>
        </pc:spChg>
        <pc:spChg chg="add del">
          <ac:chgData name="K VENKATA SREE DEEPIKA ." userId="35816fab-6937-4945-b690-b5ad29baaaf9" providerId="ADAL" clId="{AD0EA835-5A26-4A9F-8966-89D54C99F921}" dt="2026-03-07T05:38:30.704" v="23" actId="26606"/>
          <ac:spMkLst>
            <pc:docMk/>
            <pc:sldMk cId="2033831102" sldId="265"/>
            <ac:spMk id="1033" creationId="{E20BB609-EF92-42DB-836C-0699A590B5CF}"/>
          </ac:spMkLst>
        </pc:spChg>
        <pc:spChg chg="add del">
          <ac:chgData name="K VENKATA SREE DEEPIKA ." userId="35816fab-6937-4945-b690-b5ad29baaaf9" providerId="ADAL" clId="{AD0EA835-5A26-4A9F-8966-89D54C99F921}" dt="2026-03-07T05:38:30.704" v="23" actId="26606"/>
          <ac:spMkLst>
            <pc:docMk/>
            <pc:sldMk cId="2033831102" sldId="265"/>
            <ac:spMk id="1035" creationId="{B2C335F7-F61C-4EB4-80F2-4B1438FE66BB}"/>
          </ac:spMkLst>
        </pc:spChg>
        <pc:spChg chg="add del">
          <ac:chgData name="K VENKATA SREE DEEPIKA ." userId="35816fab-6937-4945-b690-b5ad29baaaf9" providerId="ADAL" clId="{AD0EA835-5A26-4A9F-8966-89D54C99F921}" dt="2026-03-07T05:45:31.858" v="40" actId="26606"/>
          <ac:spMkLst>
            <pc:docMk/>
            <pc:sldMk cId="2033831102" sldId="265"/>
            <ac:spMk id="1037" creationId="{FD90D0AA-A57E-2DE9-0CE8-B7B306878448}"/>
          </ac:spMkLst>
        </pc:spChg>
        <pc:spChg chg="add del">
          <ac:chgData name="K VENKATA SREE DEEPIKA ." userId="35816fab-6937-4945-b690-b5ad29baaaf9" providerId="ADAL" clId="{AD0EA835-5A26-4A9F-8966-89D54C99F921}" dt="2026-03-07T05:45:31.842" v="39" actId="26606"/>
          <ac:spMkLst>
            <pc:docMk/>
            <pc:sldMk cId="2033831102" sldId="265"/>
            <ac:spMk id="1042" creationId="{774A975B-A886-5202-0489-6965514A0D14}"/>
          </ac:spMkLst>
        </pc:spChg>
        <pc:spChg chg="add del">
          <ac:chgData name="K VENKATA SREE DEEPIKA ." userId="35816fab-6937-4945-b690-b5ad29baaaf9" providerId="ADAL" clId="{AD0EA835-5A26-4A9F-8966-89D54C99F921}" dt="2026-03-07T05:45:31.842" v="39" actId="26606"/>
          <ac:spMkLst>
            <pc:docMk/>
            <pc:sldMk cId="2033831102" sldId="265"/>
            <ac:spMk id="1044" creationId="{EA67E988-5919-57BB-C7DE-D3EAD38A3045}"/>
          </ac:spMkLst>
        </pc:spChg>
        <pc:spChg chg="add del">
          <ac:chgData name="K VENKATA SREE DEEPIKA ." userId="35816fab-6937-4945-b690-b5ad29baaaf9" providerId="ADAL" clId="{AD0EA835-5A26-4A9F-8966-89D54C99F921}" dt="2026-03-07T05:45:31.842" v="39" actId="26606"/>
          <ac:spMkLst>
            <pc:docMk/>
            <pc:sldMk cId="2033831102" sldId="265"/>
            <ac:spMk id="1046" creationId="{5820888B-4EA5-E0E8-6D52-7733E1E77451}"/>
          </ac:spMkLst>
        </pc:spChg>
        <pc:spChg chg="add del">
          <ac:chgData name="K VENKATA SREE DEEPIKA ." userId="35816fab-6937-4945-b690-b5ad29baaaf9" providerId="ADAL" clId="{AD0EA835-5A26-4A9F-8966-89D54C99F921}" dt="2026-03-07T05:45:31.842" v="39" actId="26606"/>
          <ac:spMkLst>
            <pc:docMk/>
            <pc:sldMk cId="2033831102" sldId="265"/>
            <ac:spMk id="1048" creationId="{06B5A8BF-0680-F9A7-27B1-3971EC934783}"/>
          </ac:spMkLst>
        </pc:spChg>
        <pc:spChg chg="add">
          <ac:chgData name="K VENKATA SREE DEEPIKA ." userId="35816fab-6937-4945-b690-b5ad29baaaf9" providerId="ADAL" clId="{AD0EA835-5A26-4A9F-8966-89D54C99F921}" dt="2026-03-07T05:45:31.858" v="40" actId="26606"/>
          <ac:spMkLst>
            <pc:docMk/>
            <pc:sldMk cId="2033831102" sldId="265"/>
            <ac:spMk id="1050" creationId="{3FB6D83C-2377-9CAD-A991-9E0B6AF25067}"/>
          </ac:spMkLst>
        </pc:spChg>
        <pc:spChg chg="add">
          <ac:chgData name="K VENKATA SREE DEEPIKA ." userId="35816fab-6937-4945-b690-b5ad29baaaf9" providerId="ADAL" clId="{AD0EA835-5A26-4A9F-8966-89D54C99F921}" dt="2026-03-07T05:45:31.858" v="40" actId="26606"/>
          <ac:spMkLst>
            <pc:docMk/>
            <pc:sldMk cId="2033831102" sldId="265"/>
            <ac:spMk id="1051" creationId="{774A975B-A886-5202-0489-6965514A0D14}"/>
          </ac:spMkLst>
        </pc:spChg>
        <pc:spChg chg="add">
          <ac:chgData name="K VENKATA SREE DEEPIKA ." userId="35816fab-6937-4945-b690-b5ad29baaaf9" providerId="ADAL" clId="{AD0EA835-5A26-4A9F-8966-89D54C99F921}" dt="2026-03-07T05:45:31.858" v="40" actId="26606"/>
          <ac:spMkLst>
            <pc:docMk/>
            <pc:sldMk cId="2033831102" sldId="265"/>
            <ac:spMk id="1052" creationId="{EA67E988-5919-57BB-C7DE-D3EAD38A3045}"/>
          </ac:spMkLst>
        </pc:spChg>
        <pc:spChg chg="add">
          <ac:chgData name="K VENKATA SREE DEEPIKA ." userId="35816fab-6937-4945-b690-b5ad29baaaf9" providerId="ADAL" clId="{AD0EA835-5A26-4A9F-8966-89D54C99F921}" dt="2026-03-07T05:45:31.858" v="40" actId="26606"/>
          <ac:spMkLst>
            <pc:docMk/>
            <pc:sldMk cId="2033831102" sldId="265"/>
            <ac:spMk id="1053" creationId="{FAF3766F-DEF3-4802-BB0D-7A18EDD9704F}"/>
          </ac:spMkLst>
        </pc:spChg>
        <pc:spChg chg="add">
          <ac:chgData name="K VENKATA SREE DEEPIKA ." userId="35816fab-6937-4945-b690-b5ad29baaaf9" providerId="ADAL" clId="{AD0EA835-5A26-4A9F-8966-89D54C99F921}" dt="2026-03-07T05:45:31.858" v="40" actId="26606"/>
          <ac:spMkLst>
            <pc:docMk/>
            <pc:sldMk cId="2033831102" sldId="265"/>
            <ac:spMk id="1054" creationId="{D91952F0-771E-D2ED-C333-EEED6708B80C}"/>
          </ac:spMkLst>
        </pc:spChg>
        <pc:picChg chg="add mod">
          <ac:chgData name="K VENKATA SREE DEEPIKA ." userId="35816fab-6937-4945-b690-b5ad29baaaf9" providerId="ADAL" clId="{AD0EA835-5A26-4A9F-8966-89D54C99F921}" dt="2026-03-07T05:36:57.445" v="11"/>
          <ac:picMkLst>
            <pc:docMk/>
            <pc:sldMk cId="2033831102" sldId="265"/>
            <ac:picMk id="1026" creationId="{0B7D9A3F-D60E-701E-D350-F46F4DEF5211}"/>
          </ac:picMkLst>
        </pc:picChg>
        <pc:picChg chg="add mod">
          <ac:chgData name="K VENKATA SREE DEEPIKA ." userId="35816fab-6937-4945-b690-b5ad29baaaf9" providerId="ADAL" clId="{AD0EA835-5A26-4A9F-8966-89D54C99F921}" dt="2026-03-07T05:45:42.110" v="43" actId="14100"/>
          <ac:picMkLst>
            <pc:docMk/>
            <pc:sldMk cId="2033831102" sldId="265"/>
            <ac:picMk id="1028" creationId="{208D3FBF-862B-066D-3535-FC0C5E82351F}"/>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3/7/2026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90392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3/7/2026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539412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3/7/2026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19583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3/7/2026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52049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3/7/2026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076685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3/7/2026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780773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3/7/2026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71169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3/7/2026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118896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3/7/2026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8556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3/7/2026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016274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3/7/2026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96295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3/7/2026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247309091"/>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8" name="Rectangle 1037">
            <a:extLst>
              <a:ext uri="{FF2B5EF4-FFF2-40B4-BE49-F238E27FC236}">
                <a16:creationId xmlns:a16="http://schemas.microsoft.com/office/drawing/2014/main" id="{B7E2F724-2FB3-4D1D-A730-739B8654C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This may contain: an abstract image of graphs and numbers on a dark blue background with grids in the foreground">
            <a:extLst>
              <a:ext uri="{FF2B5EF4-FFF2-40B4-BE49-F238E27FC236}">
                <a16:creationId xmlns:a16="http://schemas.microsoft.com/office/drawing/2014/main" id="{39DC978C-C3B7-0D66-CD1B-08ACFFB86D4E}"/>
              </a:ext>
            </a:extLst>
          </p:cNvPr>
          <p:cNvPicPr>
            <a:picLocks noChangeAspect="1" noChangeArrowheads="1"/>
          </p:cNvPicPr>
          <p:nvPr/>
        </p:nvPicPr>
        <p:blipFill>
          <a:blip r:embed="rId2">
            <a:alphaModFix amt="40000"/>
            <a:extLst>
              <a:ext uri="{28A0092B-C50C-407E-A947-70E740481C1C}">
                <a14:useLocalDpi xmlns:a14="http://schemas.microsoft.com/office/drawing/2010/main" val="0"/>
              </a:ext>
            </a:extLst>
          </a:blip>
          <a:srcRect t="7865" b="7865"/>
          <a:stretch>
            <a:fillRect/>
          </a:stretch>
        </p:blipFill>
        <p:spPr bwMode="auto">
          <a:xfrm>
            <a:off x="-2" y="-2"/>
            <a:ext cx="12192001"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68686F4-71E8-54C2-7BEE-130F0FA18719}"/>
              </a:ext>
            </a:extLst>
          </p:cNvPr>
          <p:cNvSpPr>
            <a:spLocks noGrp="1"/>
          </p:cNvSpPr>
          <p:nvPr>
            <p:ph type="ctrTitle"/>
          </p:nvPr>
        </p:nvSpPr>
        <p:spPr>
          <a:xfrm>
            <a:off x="517870" y="978407"/>
            <a:ext cx="8462844" cy="3290107"/>
          </a:xfrm>
        </p:spPr>
        <p:txBody>
          <a:bodyPr anchor="t">
            <a:normAutofit/>
          </a:bodyPr>
          <a:lstStyle/>
          <a:p>
            <a:r>
              <a:rPr lang="en-IN" sz="6000" dirty="0">
                <a:solidFill>
                  <a:srgbClr val="FFFFFF"/>
                </a:solidFill>
                <a:latin typeface="Times New Roman" panose="02020603050405020304" pitchFamily="18" charset="0"/>
                <a:cs typeface="Times New Roman" panose="02020603050405020304" pitchFamily="18" charset="0"/>
              </a:rPr>
              <a:t>Uber Demand and Supply Analysis using Azure</a:t>
            </a:r>
          </a:p>
        </p:txBody>
      </p:sp>
      <p:sp>
        <p:nvSpPr>
          <p:cNvPr id="3" name="Subtitle 2">
            <a:extLst>
              <a:ext uri="{FF2B5EF4-FFF2-40B4-BE49-F238E27FC236}">
                <a16:creationId xmlns:a16="http://schemas.microsoft.com/office/drawing/2014/main" id="{8F3B87C5-4F1A-4319-4A45-5EDA58BDECC2}"/>
              </a:ext>
            </a:extLst>
          </p:cNvPr>
          <p:cNvSpPr>
            <a:spLocks noGrp="1"/>
          </p:cNvSpPr>
          <p:nvPr>
            <p:ph type="subTitle" idx="1"/>
          </p:nvPr>
        </p:nvSpPr>
        <p:spPr>
          <a:xfrm>
            <a:off x="517870" y="4482450"/>
            <a:ext cx="5040785" cy="1724029"/>
          </a:xfrm>
        </p:spPr>
        <p:txBody>
          <a:bodyPr anchor="t">
            <a:normAutofit/>
          </a:bodyPr>
          <a:lstStyle/>
          <a:p>
            <a:r>
              <a:rPr lang="en-IN" sz="2400" i="0" dirty="0">
                <a:latin typeface="Times New Roman" panose="02020603050405020304" pitchFamily="18" charset="0"/>
                <a:cs typeface="Times New Roman" panose="02020603050405020304" pitchFamily="18" charset="0"/>
              </a:rPr>
              <a:t>Deepika Ketavarapu 2320030328</a:t>
            </a:r>
            <a:br>
              <a:rPr lang="en-IN" sz="2400" i="0" dirty="0">
                <a:latin typeface="Times New Roman" panose="02020603050405020304" pitchFamily="18" charset="0"/>
                <a:cs typeface="Times New Roman" panose="02020603050405020304" pitchFamily="18" charset="0"/>
              </a:rPr>
            </a:br>
            <a:r>
              <a:rPr lang="en-IN" sz="2400" i="0" dirty="0">
                <a:latin typeface="Times New Roman" panose="02020603050405020304" pitchFamily="18" charset="0"/>
                <a:cs typeface="Times New Roman" panose="02020603050405020304" pitchFamily="18" charset="0"/>
              </a:rPr>
              <a:t>Keerthi Laxmi Vinay 2320030188</a:t>
            </a:r>
            <a:br>
              <a:rPr lang="en-IN" sz="2400" i="0" dirty="0">
                <a:latin typeface="Times New Roman" panose="02020603050405020304" pitchFamily="18" charset="0"/>
                <a:cs typeface="Times New Roman" panose="02020603050405020304" pitchFamily="18" charset="0"/>
              </a:rPr>
            </a:br>
            <a:r>
              <a:rPr lang="en-IN" sz="2400" i="0" dirty="0" err="1">
                <a:latin typeface="Times New Roman" panose="02020603050405020304" pitchFamily="18" charset="0"/>
                <a:cs typeface="Times New Roman" panose="02020603050405020304" pitchFamily="18" charset="0"/>
              </a:rPr>
              <a:t>kolasani</a:t>
            </a:r>
            <a:r>
              <a:rPr lang="en-IN" sz="2400" i="0" dirty="0">
                <a:latin typeface="Times New Roman" panose="02020603050405020304" pitchFamily="18" charset="0"/>
                <a:cs typeface="Times New Roman" panose="02020603050405020304" pitchFamily="18" charset="0"/>
              </a:rPr>
              <a:t> Sreya Tulasi 2320090037</a:t>
            </a:r>
            <a:endParaRPr lang="en-IN" sz="2400" i="0" dirty="0">
              <a:solidFill>
                <a:srgbClr val="FFFFFF"/>
              </a:solidFill>
              <a:latin typeface="Times New Roman" panose="02020603050405020304" pitchFamily="18" charset="0"/>
              <a:cs typeface="Times New Roman" panose="02020603050405020304" pitchFamily="18" charset="0"/>
            </a:endParaRPr>
          </a:p>
        </p:txBody>
      </p:sp>
      <p:sp>
        <p:nvSpPr>
          <p:cNvPr id="1040" name="Rectangle 1039">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617129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FEEF8-4F72-5730-5B57-2FF1A4DD621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B7B37D47-1119-11C9-9999-F1EAB2D8616B}"/>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This project presents a cloud-native data analytics framework for Uber demand–supply analysis using Azure Databricks and Power BI. The raw ride request dataset is ingested into the Databricks environment, where distributed ETL operations are performed using Apache Spark, including data cleansing, timestamp normalization, and feature engineering for time-based analysis. Spark SQL is utilized for structured data modeling and validation, and the transformed dataset is persisted as a managed table within the Hive </a:t>
            </a:r>
            <a:r>
              <a:rPr lang="en-US" dirty="0" err="1">
                <a:latin typeface="Times New Roman" panose="02020603050405020304" pitchFamily="18" charset="0"/>
                <a:cs typeface="Times New Roman" panose="02020603050405020304" pitchFamily="18" charset="0"/>
              </a:rPr>
              <a:t>Metastore</a:t>
            </a:r>
            <a:r>
              <a:rPr lang="en-US" dirty="0">
                <a:latin typeface="Times New Roman" panose="02020603050405020304" pitchFamily="18" charset="0"/>
                <a:cs typeface="Times New Roman" panose="02020603050405020304" pitchFamily="18" charset="0"/>
              </a:rPr>
              <a:t> to ensure centralized storage and optimized query performance.</a:t>
            </a:r>
          </a:p>
          <a:p>
            <a:pPr marL="0" indent="0">
              <a:buNone/>
            </a:pPr>
            <a:r>
              <a:rPr lang="en-US" dirty="0">
                <a:latin typeface="Times New Roman" panose="02020603050405020304" pitchFamily="18" charset="0"/>
                <a:cs typeface="Times New Roman" panose="02020603050405020304" pitchFamily="18" charset="0"/>
              </a:rPr>
              <a:t>Power BI is integrated with the Databricks compute layer to develop interactive, multi-dimensional dashboards that visualize ride outcomes, peak demand intervals, and supply shortages. The architecture follows a layered separation of data engineering and business intelligence, enabling scalable computation, efficient data processing, and insight-driven operational decision-making.</a:t>
            </a:r>
          </a:p>
          <a:p>
            <a:pPr marL="0" indent="0">
              <a:buNone/>
            </a:pPr>
            <a:endParaRPr lang="en-IN" dirty="0"/>
          </a:p>
        </p:txBody>
      </p:sp>
    </p:spTree>
    <p:extLst>
      <p:ext uri="{BB962C8B-B14F-4D97-AF65-F5344CB8AC3E}">
        <p14:creationId xmlns:p14="http://schemas.microsoft.com/office/powerpoint/2010/main" val="4161983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9F933-1D91-2FE2-58C1-466FB504EDD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EXISTING SOLUTIONS</a:t>
            </a:r>
          </a:p>
        </p:txBody>
      </p:sp>
      <p:sp>
        <p:nvSpPr>
          <p:cNvPr id="3" name="Content Placeholder 2">
            <a:extLst>
              <a:ext uri="{FF2B5EF4-FFF2-40B4-BE49-F238E27FC236}">
                <a16:creationId xmlns:a16="http://schemas.microsoft.com/office/drawing/2014/main" id="{E9663B25-9CB6-69ED-9CE6-5563A120642F}"/>
              </a:ext>
            </a:extLst>
          </p:cNvPr>
          <p:cNvSpPr>
            <a:spLocks noGrp="1"/>
          </p:cNvSpPr>
          <p:nvPr>
            <p:ph idx="1"/>
          </p:nvPr>
        </p:nvSpPr>
        <p:spPr>
          <a:xfrm>
            <a:off x="521208" y="2111829"/>
            <a:ext cx="11155680" cy="4234107"/>
          </a:xfrm>
        </p:spPr>
        <p:txBody>
          <a:bodyPr>
            <a:normAutofit fontScale="85000" lnSpcReduction="10000"/>
          </a:bodyPr>
          <a:lstStyle/>
          <a:p>
            <a:pPr marL="0" indent="0">
              <a:buNone/>
            </a:pPr>
            <a:r>
              <a:rPr lang="en-IN" b="1" dirty="0">
                <a:latin typeface="Times New Roman" panose="02020603050405020304" pitchFamily="18" charset="0"/>
                <a:cs typeface="Times New Roman" panose="02020603050405020304" pitchFamily="18" charset="0"/>
              </a:rPr>
              <a:t>Direct Power BI with Local / Cloud CSV</a:t>
            </a:r>
          </a:p>
          <a:p>
            <a:r>
              <a:rPr lang="en-IN" dirty="0">
                <a:latin typeface="Times New Roman" panose="02020603050405020304" pitchFamily="18" charset="0"/>
                <a:cs typeface="Times New Roman" panose="02020603050405020304" pitchFamily="18" charset="0"/>
              </a:rPr>
              <a:t>Data is directly imported into Power BI for transformation and visualization.</a:t>
            </a:r>
          </a:p>
          <a:p>
            <a:r>
              <a:rPr lang="en-IN" dirty="0">
                <a:latin typeface="Times New Roman" panose="02020603050405020304" pitchFamily="18" charset="0"/>
                <a:cs typeface="Times New Roman" panose="02020603050405020304" pitchFamily="18" charset="0"/>
              </a:rPr>
              <a:t>Uses Power Query and DAX for basic data cleaning and reporting.</a:t>
            </a:r>
          </a:p>
          <a:p>
            <a:pPr marL="0" indent="0">
              <a:buNone/>
            </a:pPr>
            <a:r>
              <a:rPr lang="en-IN" b="1" dirty="0">
                <a:latin typeface="Times New Roman" panose="02020603050405020304" pitchFamily="18" charset="0"/>
                <a:cs typeface="Times New Roman" panose="02020603050405020304" pitchFamily="18" charset="0"/>
              </a:rPr>
              <a:t>Relational Database + BI Tool (SQL Server / MySQL)</a:t>
            </a:r>
          </a:p>
          <a:p>
            <a:r>
              <a:rPr lang="en-IN" dirty="0">
                <a:latin typeface="Times New Roman" panose="02020603050405020304" pitchFamily="18" charset="0"/>
                <a:cs typeface="Times New Roman" panose="02020603050405020304" pitchFamily="18" charset="0"/>
              </a:rPr>
              <a:t>Ride data stored in structured relational databases.</a:t>
            </a:r>
          </a:p>
          <a:p>
            <a:r>
              <a:rPr lang="en-IN" dirty="0">
                <a:latin typeface="Times New Roman" panose="02020603050405020304" pitchFamily="18" charset="0"/>
                <a:cs typeface="Times New Roman" panose="02020603050405020304" pitchFamily="18" charset="0"/>
              </a:rPr>
              <a:t>SQL queries used for aggregation and periodic reporting.</a:t>
            </a:r>
          </a:p>
          <a:p>
            <a:pPr marL="0" indent="0">
              <a:buNone/>
            </a:pPr>
            <a:r>
              <a:rPr lang="en-IN" b="1" dirty="0">
                <a:latin typeface="Times New Roman" panose="02020603050405020304" pitchFamily="18" charset="0"/>
                <a:cs typeface="Times New Roman" panose="02020603050405020304" pitchFamily="18" charset="0"/>
              </a:rPr>
              <a:t>Cloud Storage + Direct BI Connection</a:t>
            </a:r>
          </a:p>
          <a:p>
            <a:r>
              <a:rPr lang="en-IN" dirty="0">
                <a:latin typeface="Times New Roman" panose="02020603050405020304" pitchFamily="18" charset="0"/>
                <a:cs typeface="Times New Roman" panose="02020603050405020304" pitchFamily="18" charset="0"/>
              </a:rPr>
              <a:t>Raw data uploaded to cloud storage (Azure Blob / S3).</a:t>
            </a:r>
          </a:p>
          <a:p>
            <a:r>
              <a:rPr lang="en-IN" dirty="0">
                <a:latin typeface="Times New Roman" panose="02020603050405020304" pitchFamily="18" charset="0"/>
                <a:cs typeface="Times New Roman" panose="02020603050405020304" pitchFamily="18" charset="0"/>
              </a:rPr>
              <a:t>BI tools connected directly to cloud files for visualization.</a:t>
            </a:r>
          </a:p>
          <a:p>
            <a:pPr marL="0" indent="0">
              <a:buNone/>
            </a:pPr>
            <a:r>
              <a:rPr lang="en-IN" b="1" dirty="0">
                <a:latin typeface="Times New Roman" panose="02020603050405020304" pitchFamily="18" charset="0"/>
                <a:cs typeface="Times New Roman" panose="02020603050405020304" pitchFamily="18" charset="0"/>
              </a:rPr>
              <a:t>Data Warehouse-Based Reporting</a:t>
            </a:r>
          </a:p>
          <a:p>
            <a:r>
              <a:rPr lang="en-IN" dirty="0">
                <a:latin typeface="Times New Roman" panose="02020603050405020304" pitchFamily="18" charset="0"/>
                <a:cs typeface="Times New Roman" panose="02020603050405020304" pitchFamily="18" charset="0"/>
              </a:rPr>
              <a:t>Data stored in centralized data warehouse systems.</a:t>
            </a:r>
          </a:p>
          <a:p>
            <a:r>
              <a:rPr lang="en-IN" dirty="0">
                <a:latin typeface="Times New Roman" panose="02020603050405020304" pitchFamily="18" charset="0"/>
                <a:cs typeface="Times New Roman" panose="02020603050405020304" pitchFamily="18" charset="0"/>
              </a:rPr>
              <a:t>Pre-aggregated reports generated for business users.</a:t>
            </a:r>
          </a:p>
          <a:p>
            <a:endParaRPr lang="en-IN" dirty="0"/>
          </a:p>
        </p:txBody>
      </p:sp>
    </p:spTree>
    <p:extLst>
      <p:ext uri="{BB962C8B-B14F-4D97-AF65-F5344CB8AC3E}">
        <p14:creationId xmlns:p14="http://schemas.microsoft.com/office/powerpoint/2010/main" val="2503875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8E1EB-59A7-5888-C581-C587B338097A}"/>
              </a:ext>
            </a:extLst>
          </p:cNvPr>
          <p:cNvSpPr>
            <a:spLocks noGrp="1"/>
          </p:cNvSpPr>
          <p:nvPr>
            <p:ph type="title"/>
          </p:nvPr>
        </p:nvSpPr>
        <p:spPr/>
        <p:txBody>
          <a:bodyPr/>
          <a:lstStyle/>
          <a:p>
            <a:r>
              <a:rPr lang="en-IN" dirty="0"/>
              <a:t>DRAWBACKS</a:t>
            </a:r>
          </a:p>
        </p:txBody>
      </p:sp>
      <p:sp>
        <p:nvSpPr>
          <p:cNvPr id="3" name="Content Placeholder 2">
            <a:extLst>
              <a:ext uri="{FF2B5EF4-FFF2-40B4-BE49-F238E27FC236}">
                <a16:creationId xmlns:a16="http://schemas.microsoft.com/office/drawing/2014/main" id="{71AEED71-A572-BCA8-283B-ECF9089BD686}"/>
              </a:ext>
            </a:extLst>
          </p:cNvPr>
          <p:cNvSpPr>
            <a:spLocks noGrp="1"/>
          </p:cNvSpPr>
          <p:nvPr>
            <p:ph idx="1"/>
          </p:nvPr>
        </p:nvSpPr>
        <p:spPr>
          <a:xfrm>
            <a:off x="521208" y="2024743"/>
            <a:ext cx="11155680" cy="4321193"/>
          </a:xfrm>
        </p:spPr>
        <p:txBody>
          <a:bodyPr>
            <a:normAutofit fontScale="92500" lnSpcReduction="20000"/>
          </a:bodyPr>
          <a:lstStyle/>
          <a:p>
            <a:pPr marL="0" indent="0">
              <a:buNone/>
            </a:pPr>
            <a:r>
              <a:rPr lang="en-IN" b="1" dirty="0">
                <a:latin typeface="Times New Roman" panose="02020603050405020304" pitchFamily="18" charset="0"/>
                <a:cs typeface="Times New Roman" panose="02020603050405020304" pitchFamily="18" charset="0"/>
              </a:rPr>
              <a:t>Direct Power BI with Local / Cloud CSV</a:t>
            </a:r>
          </a:p>
          <a:p>
            <a:r>
              <a:rPr lang="en-IN" dirty="0">
                <a:latin typeface="Times New Roman" panose="02020603050405020304" pitchFamily="18" charset="0"/>
                <a:cs typeface="Times New Roman" panose="02020603050405020304" pitchFamily="18" charset="0"/>
              </a:rPr>
              <a:t>Heavy data transformations inside Power BI reduce performance and scalability.</a:t>
            </a:r>
          </a:p>
          <a:p>
            <a:r>
              <a:rPr lang="en-IN" dirty="0">
                <a:latin typeface="Times New Roman" panose="02020603050405020304" pitchFamily="18" charset="0"/>
                <a:cs typeface="Times New Roman" panose="02020603050405020304" pitchFamily="18" charset="0"/>
              </a:rPr>
              <a:t>No distributed processing layer, making it inefficient for large datasets.</a:t>
            </a:r>
          </a:p>
          <a:p>
            <a:pPr marL="0" indent="0">
              <a:buNone/>
            </a:pPr>
            <a:r>
              <a:rPr lang="en-IN" b="1" dirty="0">
                <a:latin typeface="Times New Roman" panose="02020603050405020304" pitchFamily="18" charset="0"/>
                <a:cs typeface="Times New Roman" panose="02020603050405020304" pitchFamily="18" charset="0"/>
              </a:rPr>
              <a:t>Relational Database + BI Tool</a:t>
            </a:r>
          </a:p>
          <a:p>
            <a:r>
              <a:rPr lang="en-IN" dirty="0">
                <a:latin typeface="Times New Roman" panose="02020603050405020304" pitchFamily="18" charset="0"/>
                <a:cs typeface="Times New Roman" panose="02020603050405020304" pitchFamily="18" charset="0"/>
              </a:rPr>
              <a:t>Limited horizontal scalability for big data workloads.</a:t>
            </a:r>
          </a:p>
          <a:p>
            <a:r>
              <a:rPr lang="en-IN" dirty="0">
                <a:latin typeface="Times New Roman" panose="02020603050405020304" pitchFamily="18" charset="0"/>
                <a:cs typeface="Times New Roman" panose="02020603050405020304" pitchFamily="18" charset="0"/>
              </a:rPr>
              <a:t>Complex transformations require manual SQL scripting and maintenance.</a:t>
            </a:r>
          </a:p>
          <a:p>
            <a:pPr marL="0" indent="0">
              <a:buNone/>
            </a:pPr>
            <a:r>
              <a:rPr lang="en-IN" b="1" dirty="0">
                <a:latin typeface="Times New Roman" panose="02020603050405020304" pitchFamily="18" charset="0"/>
                <a:cs typeface="Times New Roman" panose="02020603050405020304" pitchFamily="18" charset="0"/>
              </a:rPr>
              <a:t>Cloud Storage + Direct BI Connection</a:t>
            </a:r>
          </a:p>
          <a:p>
            <a:r>
              <a:rPr lang="en-IN" dirty="0">
                <a:latin typeface="Times New Roman" panose="02020603050405020304" pitchFamily="18" charset="0"/>
                <a:cs typeface="Times New Roman" panose="02020603050405020304" pitchFamily="18" charset="0"/>
              </a:rPr>
              <a:t>Raw data is not structured or optimized before visualization.</a:t>
            </a:r>
          </a:p>
          <a:p>
            <a:r>
              <a:rPr lang="en-IN" dirty="0">
                <a:latin typeface="Times New Roman" panose="02020603050405020304" pitchFamily="18" charset="0"/>
                <a:cs typeface="Times New Roman" panose="02020603050405020304" pitchFamily="18" charset="0"/>
              </a:rPr>
              <a:t>Poor performance when handling large or semi-structured datasets.</a:t>
            </a:r>
          </a:p>
          <a:p>
            <a:pPr marL="0" indent="0">
              <a:buNone/>
            </a:pPr>
            <a:r>
              <a:rPr lang="en-IN" b="1" dirty="0">
                <a:latin typeface="Times New Roman" panose="02020603050405020304" pitchFamily="18" charset="0"/>
                <a:cs typeface="Times New Roman" panose="02020603050405020304" pitchFamily="18" charset="0"/>
              </a:rPr>
              <a:t>Data Warehouse-Based Reporting</a:t>
            </a:r>
          </a:p>
          <a:p>
            <a:r>
              <a:rPr lang="en-IN" dirty="0">
                <a:latin typeface="Times New Roman" panose="02020603050405020304" pitchFamily="18" charset="0"/>
                <a:cs typeface="Times New Roman" panose="02020603050405020304" pitchFamily="18" charset="0"/>
              </a:rPr>
              <a:t>High infrastructure and maintenance cost.</a:t>
            </a:r>
          </a:p>
          <a:p>
            <a:r>
              <a:rPr lang="en-IN" dirty="0">
                <a:latin typeface="Times New Roman" panose="02020603050405020304" pitchFamily="18" charset="0"/>
                <a:cs typeface="Times New Roman" panose="02020603050405020304" pitchFamily="18" charset="0"/>
              </a:rPr>
              <a:t>Less flexible for dynamic feature engineering and advanced analytics</a:t>
            </a:r>
          </a:p>
        </p:txBody>
      </p:sp>
    </p:spTree>
    <p:extLst>
      <p:ext uri="{BB962C8B-B14F-4D97-AF65-F5344CB8AC3E}">
        <p14:creationId xmlns:p14="http://schemas.microsoft.com/office/powerpoint/2010/main" val="1469872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46FA9-491B-0428-4B7D-A204AA3CD1B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PROPOSED SOLUTION</a:t>
            </a:r>
          </a:p>
        </p:txBody>
      </p:sp>
      <p:sp>
        <p:nvSpPr>
          <p:cNvPr id="3" name="Content Placeholder 2">
            <a:extLst>
              <a:ext uri="{FF2B5EF4-FFF2-40B4-BE49-F238E27FC236}">
                <a16:creationId xmlns:a16="http://schemas.microsoft.com/office/drawing/2014/main" id="{071B1EE7-B915-9705-1BC6-4112EF352993}"/>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The solution implements a cloud-native analytics architecture using Azure Databricks (Apache Spark) for distributed ETL processing and Spark SQL for structured data modeling. The Uber dataset undergoes cleansing, transformation, and feature engineering before being stored as a managed cloud table in the Hive </a:t>
            </a:r>
            <a:r>
              <a:rPr lang="en-US" dirty="0" err="1">
                <a:latin typeface="Times New Roman" panose="02020603050405020304" pitchFamily="18" charset="0"/>
                <a:cs typeface="Times New Roman" panose="02020603050405020304" pitchFamily="18" charset="0"/>
              </a:rPr>
              <a:t>Metastore</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Power BI integrates with the Databricks environment to deliver interactive, multi-dimensional dashboards. This layered architecture decouples data engineering from visualization, ensuring scalability, performance optimization, and efficient demand–supply analysis.</a:t>
            </a:r>
          </a:p>
          <a:p>
            <a:pPr marL="0" indent="0">
              <a:buNone/>
            </a:pPr>
            <a:endParaRPr lang="en-IN" dirty="0"/>
          </a:p>
        </p:txBody>
      </p:sp>
    </p:spTree>
    <p:extLst>
      <p:ext uri="{BB962C8B-B14F-4D97-AF65-F5344CB8AC3E}">
        <p14:creationId xmlns:p14="http://schemas.microsoft.com/office/powerpoint/2010/main" val="2857341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1" name="Freeform: Shape 1050">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52" name="Freeform: Shape 1051">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53" name="Rectangle 1052">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4" name="Rectangle 1053">
            <a:extLst>
              <a:ext uri="{FF2B5EF4-FFF2-40B4-BE49-F238E27FC236}">
                <a16:creationId xmlns:a16="http://schemas.microsoft.com/office/drawing/2014/main" id="{D91952F0-771E-D2ED-C333-EEED6708B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6642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a:extLst>
              <a:ext uri="{FF2B5EF4-FFF2-40B4-BE49-F238E27FC236}">
                <a16:creationId xmlns:a16="http://schemas.microsoft.com/office/drawing/2014/main" id="{208D3FBF-862B-066D-3535-FC0C5E82351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232" r="3" b="3"/>
          <a:stretch>
            <a:fillRect/>
          </a:stretch>
        </p:blipFill>
        <p:spPr bwMode="auto">
          <a:xfrm>
            <a:off x="653142" y="825076"/>
            <a:ext cx="10853057" cy="5306752"/>
          </a:xfrm>
          <a:prstGeom prst="rect">
            <a:avLst/>
          </a:prstGeom>
          <a:noFill/>
          <a:extLst>
            <a:ext uri="{909E8E84-426E-40DD-AFC4-6F175D3DCCD1}">
              <a14:hiddenFill xmlns:a14="http://schemas.microsoft.com/office/drawing/2010/main">
                <a:solidFill>
                  <a:srgbClr val="FFFFFF"/>
                </a:solidFill>
              </a14:hiddenFill>
            </a:ext>
          </a:extLst>
        </p:spPr>
      </p:pic>
      <p:sp>
        <p:nvSpPr>
          <p:cNvPr id="1050" name="Rectangle 1049">
            <a:extLst>
              <a:ext uri="{FF2B5EF4-FFF2-40B4-BE49-F238E27FC236}">
                <a16:creationId xmlns:a16="http://schemas.microsoft.com/office/drawing/2014/main" id="{3FB6D83C-2377-9CAD-A991-9E0B6AF25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3465681"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2033831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9" name="Rectangle 2058">
            <a:extLst>
              <a:ext uri="{FF2B5EF4-FFF2-40B4-BE49-F238E27FC236}">
                <a16:creationId xmlns:a16="http://schemas.microsoft.com/office/drawing/2014/main" id="{2A5A036F-9975-4D7C-8141-77791C7146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0" name="Rectangle 2059">
            <a:extLst>
              <a:ext uri="{FF2B5EF4-FFF2-40B4-BE49-F238E27FC236}">
                <a16:creationId xmlns:a16="http://schemas.microsoft.com/office/drawing/2014/main" id="{D90405AB-F9EB-0014-6489-03A19F0DDC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5888" y="497392"/>
            <a:ext cx="1116624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050" name="Picture 2">
            <a:extLst>
              <a:ext uri="{FF2B5EF4-FFF2-40B4-BE49-F238E27FC236}">
                <a16:creationId xmlns:a16="http://schemas.microsoft.com/office/drawing/2014/main" id="{252DDDD6-7677-87AC-7536-A0A324A532E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r="-1" b="4758"/>
          <a:stretch>
            <a:fillRect/>
          </a:stretch>
        </p:blipFill>
        <p:spPr bwMode="auto">
          <a:xfrm>
            <a:off x="517871" y="839336"/>
            <a:ext cx="11176496" cy="55086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4152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12">
            <a:extLst>
              <a:ext uri="{FF2B5EF4-FFF2-40B4-BE49-F238E27FC236}">
                <a16:creationId xmlns:a16="http://schemas.microsoft.com/office/drawing/2014/main" id="{5820888B-4EA5-E0E8-6D52-7733E1E774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84FE2B-A3AD-D7EF-F734-C08B9DCB43BE}"/>
              </a:ext>
            </a:extLst>
          </p:cNvPr>
          <p:cNvSpPr>
            <a:spLocks noGrp="1"/>
          </p:cNvSpPr>
          <p:nvPr>
            <p:ph type="title"/>
          </p:nvPr>
        </p:nvSpPr>
        <p:spPr>
          <a:xfrm>
            <a:off x="521208" y="978408"/>
            <a:ext cx="3397649" cy="3303764"/>
          </a:xfrm>
        </p:spPr>
        <p:txBody>
          <a:bodyPr vert="horz" lIns="91440" tIns="45720" rIns="91440" bIns="45720" rtlCol="0" anchor="t">
            <a:normAutofit/>
          </a:bodyPr>
          <a:lstStyle/>
          <a:p>
            <a:r>
              <a:rPr lang="en-US" sz="4800"/>
              <a:t>EXPECTED RESULTS</a:t>
            </a:r>
          </a:p>
        </p:txBody>
      </p:sp>
      <p:sp>
        <p:nvSpPr>
          <p:cNvPr id="15" name="Freeform: Shape 14">
            <a:extLst>
              <a:ext uri="{FF2B5EF4-FFF2-40B4-BE49-F238E27FC236}">
                <a16:creationId xmlns:a16="http://schemas.microsoft.com/office/drawing/2014/main" id="{06B5A8BF-0680-F9A7-27B1-3971EC9347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Content Placeholder 7">
            <a:extLst>
              <a:ext uri="{FF2B5EF4-FFF2-40B4-BE49-F238E27FC236}">
                <a16:creationId xmlns:a16="http://schemas.microsoft.com/office/drawing/2014/main" id="{460F47BC-5859-5BCB-A84B-77FF8F1AC88A}"/>
              </a:ext>
            </a:extLst>
          </p:cNvPr>
          <p:cNvPicPr>
            <a:picLocks noGrp="1" noChangeAspect="1"/>
          </p:cNvPicPr>
          <p:nvPr>
            <p:ph idx="1"/>
          </p:nvPr>
        </p:nvPicPr>
        <p:blipFill>
          <a:blip r:embed="rId2"/>
          <a:stretch>
            <a:fillRect/>
          </a:stretch>
        </p:blipFill>
        <p:spPr>
          <a:xfrm>
            <a:off x="3639890" y="1057413"/>
            <a:ext cx="8030902" cy="5292497"/>
          </a:xfrm>
          <a:prstGeom prst="rect">
            <a:avLst/>
          </a:prstGeom>
        </p:spPr>
      </p:pic>
    </p:spTree>
    <p:extLst>
      <p:ext uri="{BB962C8B-B14F-4D97-AF65-F5344CB8AC3E}">
        <p14:creationId xmlns:p14="http://schemas.microsoft.com/office/powerpoint/2010/main" val="4114367069"/>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21</TotalTime>
  <Words>461</Words>
  <Application>Microsoft Office PowerPoint</Application>
  <PresentationFormat>Widescreen</PresentationFormat>
  <Paragraphs>35</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Bierstadt</vt:lpstr>
      <vt:lpstr>Times New Roman</vt:lpstr>
      <vt:lpstr>GestaltVTI</vt:lpstr>
      <vt:lpstr>Uber Demand and Supply Analysis using Azure</vt:lpstr>
      <vt:lpstr>ABSTRACT</vt:lpstr>
      <vt:lpstr>EXISTING SOLUTIONS</vt:lpstr>
      <vt:lpstr>DRAWBACKS</vt:lpstr>
      <vt:lpstr>PROPOSED SOLUTION</vt:lpstr>
      <vt:lpstr>PowerPoint Presentation</vt:lpstr>
      <vt:lpstr>PowerPoint Presentation</vt:lpstr>
      <vt:lpstr>EXPECTED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 VENKATA SREE DEEPIKA .</dc:creator>
  <cp:lastModifiedBy>K VENKATA SREE DEEPIKA .</cp:lastModifiedBy>
  <cp:revision>1</cp:revision>
  <dcterms:created xsi:type="dcterms:W3CDTF">2026-02-20T03:54:53Z</dcterms:created>
  <dcterms:modified xsi:type="dcterms:W3CDTF">2026-03-07T05:46:22Z</dcterms:modified>
</cp:coreProperties>
</file>